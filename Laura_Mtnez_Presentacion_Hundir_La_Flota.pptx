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4" r:id="rId7"/>
    <p:sldId id="260" r:id="rId8"/>
    <p:sldId id="261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gif"/><Relationship Id="rId4" Type="http://schemas.openxmlformats.org/officeDocument/2006/relationships/image" Target="../media/image6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Desarrollo del Juego "Hundir la Flota" en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ABED2"/>
                </a:solidFill>
              </a:defRPr>
            </a:pPr>
            <a:r>
              <a:rPr dirty="0" err="1"/>
              <a:t>Aplicación</a:t>
            </a:r>
            <a:r>
              <a:rPr dirty="0"/>
              <a:t> de </a:t>
            </a:r>
            <a:r>
              <a:rPr dirty="0" err="1"/>
              <a:t>Programación</a:t>
            </a:r>
            <a:r>
              <a:rPr dirty="0"/>
              <a:t> </a:t>
            </a:r>
            <a:r>
              <a:rPr dirty="0" err="1"/>
              <a:t>Orientada</a:t>
            </a:r>
            <a:r>
              <a:rPr dirty="0"/>
              <a:t> a </a:t>
            </a:r>
            <a:r>
              <a:rPr dirty="0" err="1"/>
              <a:t>Objetos</a:t>
            </a:r>
            <a:r>
              <a:rPr dirty="0"/>
              <a:t>  🚢🌊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Presentado por: Laura Martínez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B1D3A"/>
                </a:solidFill>
              </a:defRPr>
            </a:pPr>
            <a:r>
              <a:t>Introducción y Reglas del Juego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2000">
                <a:solidFill>
                  <a:srgbClr val="212529"/>
                </a:solidFill>
              </a:defRPr>
            </a:pPr>
            <a:r>
              <a:rPr dirty="0" err="1"/>
              <a:t>Recreación</a:t>
            </a:r>
            <a:r>
              <a:rPr dirty="0"/>
              <a:t> del </a:t>
            </a:r>
            <a:r>
              <a:rPr dirty="0" err="1"/>
              <a:t>clásico</a:t>
            </a:r>
            <a:r>
              <a:rPr dirty="0"/>
              <a:t> juego naval </a:t>
            </a:r>
            <a:r>
              <a:rPr dirty="0" err="1"/>
              <a:t>enfrentando</a:t>
            </a:r>
            <a:r>
              <a:rPr dirty="0"/>
              <a:t> a un Humano contra la </a:t>
            </a:r>
            <a:r>
              <a:rPr dirty="0" err="1"/>
              <a:t>Máquina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2000">
                <a:solidFill>
                  <a:srgbClr val="212529"/>
                </a:solidFill>
              </a:defRPr>
            </a:pPr>
            <a:r>
              <a:rPr dirty="0" err="1"/>
              <a:t>Tableros</a:t>
            </a:r>
            <a:r>
              <a:rPr dirty="0"/>
              <a:t> </a:t>
            </a:r>
            <a:r>
              <a:rPr dirty="0" err="1"/>
              <a:t>individuales</a:t>
            </a:r>
            <a:r>
              <a:rPr dirty="0"/>
              <a:t> </a:t>
            </a:r>
            <a:r>
              <a:rPr dirty="0" err="1"/>
              <a:t>estructurados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matrices de 10x10 </a:t>
            </a:r>
            <a:r>
              <a:rPr dirty="0" err="1"/>
              <a:t>posiciones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2000">
                <a:solidFill>
                  <a:srgbClr val="212529"/>
                </a:solidFill>
              </a:defRPr>
            </a:pPr>
            <a:r>
              <a:rPr dirty="0" err="1"/>
              <a:t>Mecánica</a:t>
            </a:r>
            <a:r>
              <a:rPr dirty="0"/>
              <a:t> de </a:t>
            </a:r>
            <a:r>
              <a:rPr dirty="0" err="1"/>
              <a:t>turnos</a:t>
            </a:r>
            <a:r>
              <a:rPr dirty="0"/>
              <a:t> </a:t>
            </a:r>
            <a:r>
              <a:rPr dirty="0" err="1"/>
              <a:t>competitiva</a:t>
            </a:r>
            <a:r>
              <a:rPr dirty="0"/>
              <a:t>: el </a:t>
            </a:r>
            <a:r>
              <a:rPr dirty="0" err="1"/>
              <a:t>jugador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acierta</a:t>
            </a:r>
            <a:r>
              <a:rPr dirty="0"/>
              <a:t> un </a:t>
            </a:r>
            <a:r>
              <a:rPr dirty="0" err="1"/>
              <a:t>disparo</a:t>
            </a:r>
            <a:r>
              <a:rPr dirty="0"/>
              <a:t> (</a:t>
            </a:r>
            <a:r>
              <a:rPr dirty="0" err="1"/>
              <a:t>Tocado</a:t>
            </a:r>
            <a:r>
              <a:rPr dirty="0"/>
              <a:t>/</a:t>
            </a:r>
            <a:r>
              <a:rPr dirty="0" err="1"/>
              <a:t>Hundido</a:t>
            </a:r>
            <a:r>
              <a:rPr dirty="0"/>
              <a:t>), </a:t>
            </a:r>
            <a:r>
              <a:rPr dirty="0" err="1"/>
              <a:t>conserva</a:t>
            </a:r>
            <a:r>
              <a:rPr dirty="0"/>
              <a:t> y </a:t>
            </a:r>
            <a:r>
              <a:rPr dirty="0" err="1"/>
              <a:t>repite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turno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2000">
                <a:solidFill>
                  <a:srgbClr val="212529"/>
                </a:solidFill>
              </a:defRPr>
            </a:pPr>
            <a:r>
              <a:rPr dirty="0"/>
              <a:t>La Flota </a:t>
            </a:r>
            <a:r>
              <a:rPr dirty="0" err="1"/>
              <a:t>Corsaria</a:t>
            </a:r>
            <a:r>
              <a:rPr dirty="0"/>
              <a:t> (</a:t>
            </a:r>
            <a:r>
              <a:rPr dirty="0" err="1"/>
              <a:t>Temática</a:t>
            </a:r>
            <a:r>
              <a:rPr dirty="0"/>
              <a:t>): Un total de 10 </a:t>
            </a:r>
            <a:r>
              <a:rPr dirty="0" err="1"/>
              <a:t>embarcaciones</a:t>
            </a:r>
            <a:r>
              <a:rPr dirty="0"/>
              <a:t> </a:t>
            </a:r>
            <a:r>
              <a:rPr dirty="0" err="1"/>
              <a:t>tradicionales</a:t>
            </a:r>
            <a:r>
              <a:rPr dirty="0"/>
              <a:t> </a:t>
            </a:r>
            <a:r>
              <a:rPr dirty="0" err="1"/>
              <a:t>inspiradas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navíos</a:t>
            </a:r>
            <a:r>
              <a:rPr lang="es-ES" dirty="0"/>
              <a:t> vascos</a:t>
            </a:r>
            <a:r>
              <a:rPr dirty="0"/>
              <a:t> (1 </a:t>
            </a:r>
            <a:r>
              <a:rPr dirty="0" err="1"/>
              <a:t>Ballenero</a:t>
            </a:r>
            <a:r>
              <a:rPr dirty="0"/>
              <a:t>, 2 </a:t>
            </a:r>
            <a:r>
              <a:rPr dirty="0" err="1"/>
              <a:t>Traineras</a:t>
            </a:r>
            <a:r>
              <a:rPr dirty="0"/>
              <a:t>, 3 </a:t>
            </a:r>
            <a:r>
              <a:rPr dirty="0" err="1"/>
              <a:t>Txalupas</a:t>
            </a:r>
            <a:r>
              <a:rPr dirty="0"/>
              <a:t>, 4 </a:t>
            </a:r>
            <a:r>
              <a:rPr dirty="0" err="1"/>
              <a:t>Bateles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F14023C-7269-C753-4861-110D81850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7882" y="453132"/>
            <a:ext cx="5410669" cy="5951736"/>
          </a:xfrm>
          <a:prstGeom prst="rect">
            <a:avLst/>
          </a:prstGeom>
        </p:spPr>
      </p:pic>
      <p:pic>
        <p:nvPicPr>
          <p:cNvPr id="4" name="Imagen 3" descr="juego hundir la flota años 90 - Compra venta en todocoleccion">
            <a:extLst>
              <a:ext uri="{FF2B5EF4-FFF2-40B4-BE49-F238E27FC236}">
                <a16:creationId xmlns:a16="http://schemas.microsoft.com/office/drawing/2014/main" id="{D7940C52-725B-82AB-484E-67F8BBE861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06" b="11368"/>
          <a:stretch>
            <a:fillRect/>
          </a:stretch>
        </p:blipFill>
        <p:spPr>
          <a:xfrm>
            <a:off x="713449" y="1208987"/>
            <a:ext cx="3894025" cy="444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242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B1D3A"/>
                </a:solidFill>
              </a:defRPr>
            </a:pPr>
            <a:r>
              <a:t>Arquitectura y Modularidad del Código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rPr dirty="0"/>
              <a:t>Código </a:t>
            </a:r>
            <a:r>
              <a:rPr dirty="0" err="1"/>
              <a:t>Limpio</a:t>
            </a:r>
            <a:r>
              <a:rPr dirty="0"/>
              <a:t> y </a:t>
            </a:r>
            <a:r>
              <a:rPr dirty="0" err="1"/>
              <a:t>Organizado</a:t>
            </a:r>
            <a:r>
              <a:rPr dirty="0"/>
              <a:t>: </a:t>
            </a:r>
            <a:r>
              <a:rPr dirty="0" err="1"/>
              <a:t>Separación</a:t>
            </a:r>
            <a:r>
              <a:rPr dirty="0"/>
              <a:t> del </a:t>
            </a:r>
            <a:r>
              <a:rPr dirty="0" err="1"/>
              <a:t>proyecto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b="1" dirty="0">
                <a:solidFill>
                  <a:schemeClr val="tx2"/>
                </a:solidFill>
              </a:rPr>
              <a:t>4 </a:t>
            </a:r>
            <a:r>
              <a:rPr b="1" dirty="0" err="1">
                <a:solidFill>
                  <a:schemeClr val="tx2"/>
                </a:solidFill>
              </a:rPr>
              <a:t>archivos</a:t>
            </a:r>
            <a:r>
              <a:rPr b="1" dirty="0">
                <a:solidFill>
                  <a:schemeClr val="tx2"/>
                </a:solidFill>
              </a:rPr>
              <a:t> </a:t>
            </a:r>
            <a:r>
              <a:rPr b="1" dirty="0" err="1">
                <a:solidFill>
                  <a:schemeClr val="tx2"/>
                </a:solidFill>
              </a:rPr>
              <a:t>independientes</a:t>
            </a:r>
            <a:r>
              <a:rPr b="1" dirty="0">
                <a:solidFill>
                  <a:schemeClr val="tx2"/>
                </a:solidFill>
              </a:rPr>
              <a:t> </a:t>
            </a:r>
            <a:r>
              <a:rPr dirty="0"/>
              <a:t>para </a:t>
            </a:r>
            <a:r>
              <a:rPr dirty="0" err="1"/>
              <a:t>facilitar</a:t>
            </a:r>
            <a:r>
              <a:rPr dirty="0"/>
              <a:t> el </a:t>
            </a:r>
            <a:r>
              <a:rPr dirty="0" err="1"/>
              <a:t>mantenimiento</a:t>
            </a:r>
            <a:r>
              <a:rPr dirty="0"/>
              <a:t> y </a:t>
            </a:r>
            <a:r>
              <a:rPr dirty="0" err="1"/>
              <a:t>escalabilidad</a:t>
            </a:r>
            <a:r>
              <a:rPr dirty="0"/>
              <a:t>: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rPr dirty="0"/>
              <a:t>  • </a:t>
            </a:r>
            <a:r>
              <a:rPr b="1" i="1" u="sng" dirty="0">
                <a:solidFill>
                  <a:schemeClr val="tx2"/>
                </a:solidFill>
              </a:rPr>
              <a:t>variables.py</a:t>
            </a:r>
            <a:r>
              <a:rPr dirty="0"/>
              <a:t>: </a:t>
            </a:r>
            <a:r>
              <a:rPr dirty="0" err="1"/>
              <a:t>Definición</a:t>
            </a:r>
            <a:r>
              <a:rPr dirty="0"/>
              <a:t> de </a:t>
            </a:r>
            <a:r>
              <a:rPr dirty="0" err="1"/>
              <a:t>constantes</a:t>
            </a:r>
            <a:r>
              <a:rPr dirty="0"/>
              <a:t> </a:t>
            </a:r>
            <a:r>
              <a:rPr dirty="0" err="1"/>
              <a:t>globales</a:t>
            </a:r>
            <a:r>
              <a:rPr dirty="0"/>
              <a:t> (DIMENSION) y </a:t>
            </a:r>
            <a:r>
              <a:rPr dirty="0" err="1"/>
              <a:t>configuración</a:t>
            </a:r>
            <a:r>
              <a:rPr dirty="0"/>
              <a:t> visual de </a:t>
            </a:r>
            <a:r>
              <a:rPr dirty="0" err="1"/>
              <a:t>símbolos</a:t>
            </a:r>
            <a:r>
              <a:rPr dirty="0"/>
              <a:t> (emojis).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rPr dirty="0"/>
              <a:t>  • </a:t>
            </a:r>
            <a:r>
              <a:rPr b="1" i="1" u="sng" dirty="0">
                <a:solidFill>
                  <a:schemeClr val="tx2"/>
                </a:solidFill>
              </a:rPr>
              <a:t>clases.py</a:t>
            </a:r>
            <a:r>
              <a:rPr dirty="0"/>
              <a:t>: </a:t>
            </a:r>
            <a:r>
              <a:rPr dirty="0" err="1"/>
              <a:t>Contiene</a:t>
            </a:r>
            <a:r>
              <a:rPr dirty="0"/>
              <a:t> el </a:t>
            </a:r>
            <a:r>
              <a:rPr dirty="0" err="1"/>
              <a:t>núcleo</a:t>
            </a:r>
            <a:r>
              <a:rPr dirty="0"/>
              <a:t> y la </a:t>
            </a:r>
            <a:r>
              <a:rPr dirty="0" err="1"/>
              <a:t>lógica</a:t>
            </a:r>
            <a:r>
              <a:rPr dirty="0"/>
              <a:t> interna del </a:t>
            </a:r>
            <a:r>
              <a:rPr dirty="0" err="1"/>
              <a:t>tablero</a:t>
            </a:r>
            <a:r>
              <a:rPr dirty="0"/>
              <a:t> (Clase </a:t>
            </a:r>
            <a:r>
              <a:rPr dirty="0" err="1"/>
              <a:t>Tablero</a:t>
            </a:r>
            <a:r>
              <a:rPr dirty="0"/>
              <a:t>).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rPr dirty="0"/>
              <a:t>  • </a:t>
            </a:r>
            <a:r>
              <a:rPr b="1" i="1" u="sng" dirty="0">
                <a:solidFill>
                  <a:schemeClr val="tx2"/>
                </a:solidFill>
              </a:rPr>
              <a:t>funciones.py</a:t>
            </a:r>
            <a:r>
              <a:rPr dirty="0"/>
              <a:t>: </a:t>
            </a:r>
            <a:r>
              <a:rPr dirty="0" err="1"/>
              <a:t>Gestiona</a:t>
            </a:r>
            <a:r>
              <a:rPr dirty="0"/>
              <a:t> la </a:t>
            </a:r>
            <a:r>
              <a:rPr dirty="0" err="1"/>
              <a:t>interfaz</a:t>
            </a:r>
            <a:r>
              <a:rPr dirty="0"/>
              <a:t> del </a:t>
            </a:r>
            <a:r>
              <a:rPr dirty="0" err="1"/>
              <a:t>menú</a:t>
            </a:r>
            <a:r>
              <a:rPr dirty="0"/>
              <a:t> de </a:t>
            </a:r>
            <a:r>
              <a:rPr dirty="0" err="1"/>
              <a:t>inicio</a:t>
            </a:r>
            <a:r>
              <a:rPr dirty="0"/>
              <a:t> y </a:t>
            </a:r>
            <a:r>
              <a:rPr dirty="0" err="1"/>
              <a:t>validaciones</a:t>
            </a:r>
            <a:r>
              <a:rPr dirty="0"/>
              <a:t> robustas de entrada.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rPr dirty="0"/>
              <a:t>  • </a:t>
            </a:r>
            <a:r>
              <a:rPr b="1" i="1" u="sng" dirty="0">
                <a:solidFill>
                  <a:schemeClr val="tx2"/>
                </a:solidFill>
              </a:rPr>
              <a:t>main.py</a:t>
            </a:r>
            <a:r>
              <a:rPr dirty="0"/>
              <a:t>: </a:t>
            </a:r>
            <a:r>
              <a:rPr dirty="0" err="1"/>
              <a:t>Orquestador</a:t>
            </a:r>
            <a:r>
              <a:rPr dirty="0"/>
              <a:t> principal </a:t>
            </a:r>
            <a:r>
              <a:rPr dirty="0" err="1"/>
              <a:t>encargado</a:t>
            </a:r>
            <a:r>
              <a:rPr dirty="0"/>
              <a:t> de </a:t>
            </a:r>
            <a:r>
              <a:rPr dirty="0" err="1"/>
              <a:t>ejecutar</a:t>
            </a:r>
            <a:r>
              <a:rPr dirty="0"/>
              <a:t> el </a:t>
            </a:r>
            <a:r>
              <a:rPr dirty="0" err="1"/>
              <a:t>bucle</a:t>
            </a:r>
            <a:r>
              <a:rPr dirty="0"/>
              <a:t> de la </a:t>
            </a:r>
            <a:r>
              <a:rPr dirty="0" err="1"/>
              <a:t>partida</a:t>
            </a:r>
            <a:r>
              <a:rPr dirty="0"/>
              <a:t> (</a:t>
            </a:r>
            <a:r>
              <a:rPr dirty="0" err="1"/>
              <a:t>jugar</a:t>
            </a:r>
            <a:r>
              <a:rPr dirty="0"/>
              <a:t>()).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B1D3A"/>
                </a:solidFill>
              </a:defRPr>
            </a:pPr>
            <a:r>
              <a:t>El Corazón del Proyecto: La Clase Tablero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 dirty="0"/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rPr sz="2000" dirty="0"/>
              <a:t>Cada </a:t>
            </a:r>
            <a:r>
              <a:rPr sz="2000" dirty="0" err="1"/>
              <a:t>jugador</a:t>
            </a:r>
            <a:r>
              <a:rPr sz="2000" dirty="0"/>
              <a:t> </a:t>
            </a:r>
            <a:r>
              <a:rPr sz="2000" dirty="0" err="1"/>
              <a:t>cuenta</a:t>
            </a:r>
            <a:r>
              <a:rPr sz="2000" dirty="0"/>
              <a:t> con </a:t>
            </a:r>
            <a:r>
              <a:rPr sz="2000" dirty="0" err="1"/>
              <a:t>una</a:t>
            </a:r>
            <a:r>
              <a:rPr sz="2000" dirty="0"/>
              <a:t> </a:t>
            </a:r>
            <a:r>
              <a:rPr sz="2000" dirty="0" err="1"/>
              <a:t>instancia</a:t>
            </a:r>
            <a:r>
              <a:rPr sz="2000" dirty="0"/>
              <a:t> de </a:t>
            </a:r>
            <a:r>
              <a:rPr sz="2000" dirty="0" err="1"/>
              <a:t>Tablero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</a:t>
            </a:r>
            <a:r>
              <a:rPr sz="2000" dirty="0" err="1"/>
              <a:t>encapsula</a:t>
            </a:r>
            <a:r>
              <a:rPr sz="2000" dirty="0"/>
              <a:t> dos matrices </a:t>
            </a:r>
            <a:r>
              <a:rPr sz="2000" dirty="0" err="1"/>
              <a:t>internas</a:t>
            </a:r>
            <a:r>
              <a:rPr sz="2000" dirty="0"/>
              <a:t> </a:t>
            </a:r>
            <a:r>
              <a:rPr sz="2000" dirty="0" err="1"/>
              <a:t>independientes</a:t>
            </a:r>
            <a:r>
              <a:rPr sz="2000" dirty="0"/>
              <a:t>: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rPr sz="2000" dirty="0"/>
              <a:t>  1. </a:t>
            </a:r>
            <a:r>
              <a:rPr sz="2000" dirty="0" err="1"/>
              <a:t>tablero_barcos</a:t>
            </a:r>
            <a:r>
              <a:rPr sz="2000" dirty="0"/>
              <a:t>: </a:t>
            </a:r>
            <a:r>
              <a:rPr sz="2000" dirty="0" err="1"/>
              <a:t>Matriz</a:t>
            </a:r>
            <a:r>
              <a:rPr sz="2000" dirty="0"/>
              <a:t> secreta </a:t>
            </a:r>
            <a:r>
              <a:rPr sz="2000" dirty="0" err="1"/>
              <a:t>donde</a:t>
            </a:r>
            <a:r>
              <a:rPr sz="2000" dirty="0"/>
              <a:t> se </a:t>
            </a:r>
            <a:r>
              <a:rPr sz="2000" dirty="0" err="1"/>
              <a:t>posicionan</a:t>
            </a:r>
            <a:r>
              <a:rPr sz="2000" dirty="0"/>
              <a:t> las naves de la </a:t>
            </a:r>
            <a:r>
              <a:rPr sz="2000" dirty="0" err="1"/>
              <a:t>flota</a:t>
            </a:r>
            <a:r>
              <a:rPr sz="2000" dirty="0"/>
              <a:t> </a:t>
            </a:r>
            <a:r>
              <a:rPr sz="2000" dirty="0" err="1"/>
              <a:t>propia</a:t>
            </a:r>
            <a:r>
              <a:rPr sz="2000" dirty="0"/>
              <a:t>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rPr sz="2000" dirty="0"/>
              <a:t>  2. </a:t>
            </a:r>
            <a:r>
              <a:rPr sz="2000" dirty="0" err="1"/>
              <a:t>tablero_disparos</a:t>
            </a:r>
            <a:r>
              <a:rPr sz="2000" dirty="0"/>
              <a:t>: </a:t>
            </a:r>
            <a:r>
              <a:rPr sz="2000" dirty="0" err="1"/>
              <a:t>Matriz</a:t>
            </a:r>
            <a:r>
              <a:rPr sz="2000" dirty="0"/>
              <a:t> de </a:t>
            </a:r>
            <a:r>
              <a:rPr sz="2000" dirty="0" err="1"/>
              <a:t>registro</a:t>
            </a:r>
            <a:r>
              <a:rPr sz="2000" dirty="0"/>
              <a:t> histórico de </a:t>
            </a:r>
            <a:r>
              <a:rPr sz="2000" dirty="0" err="1"/>
              <a:t>los</a:t>
            </a:r>
            <a:r>
              <a:rPr sz="2000" dirty="0"/>
              <a:t> </a:t>
            </a:r>
            <a:r>
              <a:rPr sz="2000" dirty="0" err="1"/>
              <a:t>ataques</a:t>
            </a:r>
            <a:r>
              <a:rPr sz="2000" dirty="0"/>
              <a:t> </a:t>
            </a:r>
            <a:r>
              <a:rPr sz="2000" dirty="0" err="1"/>
              <a:t>ejecutados</a:t>
            </a:r>
            <a:r>
              <a:rPr sz="2000" dirty="0"/>
              <a:t> contra el rival.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rPr sz="2000" dirty="0" err="1"/>
              <a:t>Métodos</a:t>
            </a:r>
            <a:r>
              <a:rPr sz="2000" dirty="0"/>
              <a:t> </a:t>
            </a:r>
            <a:r>
              <a:rPr sz="2000" dirty="0" err="1"/>
              <a:t>Principales</a:t>
            </a:r>
            <a:r>
              <a:rPr sz="2000" dirty="0"/>
              <a:t> </a:t>
            </a:r>
            <a:r>
              <a:rPr sz="2000" dirty="0" err="1"/>
              <a:t>Implementados</a:t>
            </a:r>
            <a:r>
              <a:rPr sz="2000" dirty="0"/>
              <a:t>: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rPr sz="2000" dirty="0"/>
              <a:t>  • </a:t>
            </a:r>
            <a:r>
              <a:rPr sz="2000" dirty="0" err="1"/>
              <a:t>colocar_barcos_random</a:t>
            </a:r>
            <a:r>
              <a:rPr sz="2000" dirty="0"/>
              <a:t>(): </a:t>
            </a:r>
            <a:r>
              <a:rPr sz="2000" dirty="0" err="1"/>
              <a:t>Ubicación</a:t>
            </a:r>
            <a:r>
              <a:rPr sz="2000" dirty="0"/>
              <a:t> </a:t>
            </a:r>
            <a:r>
              <a:rPr sz="2000" dirty="0" err="1"/>
              <a:t>automática</a:t>
            </a:r>
            <a:r>
              <a:rPr sz="2000" dirty="0"/>
              <a:t> y </a:t>
            </a:r>
            <a:r>
              <a:rPr sz="2000" dirty="0" err="1"/>
              <a:t>aleatoria</a:t>
            </a:r>
            <a:r>
              <a:rPr sz="2000" dirty="0"/>
              <a:t> </a:t>
            </a:r>
            <a:r>
              <a:rPr sz="2000" dirty="0" err="1"/>
              <a:t>en</a:t>
            </a:r>
            <a:r>
              <a:rPr sz="2000" dirty="0"/>
              <a:t> </a:t>
            </a:r>
            <a:r>
              <a:rPr sz="2000" dirty="0" err="1"/>
              <a:t>orientaciones</a:t>
            </a:r>
            <a:r>
              <a:rPr sz="2000" dirty="0"/>
              <a:t> E-O y N-S.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rPr sz="2000" dirty="0"/>
              <a:t>  • </a:t>
            </a:r>
            <a:r>
              <a:rPr sz="2000" dirty="0" err="1"/>
              <a:t>validar_posicion</a:t>
            </a:r>
            <a:r>
              <a:rPr sz="2000" dirty="0"/>
              <a:t>(): </a:t>
            </a:r>
            <a:r>
              <a:rPr sz="2000" dirty="0" err="1"/>
              <a:t>Comprobación</a:t>
            </a:r>
            <a:r>
              <a:rPr sz="2000" dirty="0"/>
              <a:t> </a:t>
            </a:r>
            <a:r>
              <a:rPr sz="2000" dirty="0" err="1"/>
              <a:t>en</a:t>
            </a:r>
            <a:r>
              <a:rPr sz="2000" dirty="0"/>
              <a:t> </a:t>
            </a:r>
            <a:r>
              <a:rPr sz="2000" dirty="0" err="1"/>
              <a:t>matriz</a:t>
            </a:r>
            <a:r>
              <a:rPr sz="2000" dirty="0"/>
              <a:t> (</a:t>
            </a:r>
            <a:r>
              <a:rPr sz="2000" dirty="0" err="1"/>
              <a:t>entorno</a:t>
            </a:r>
            <a:r>
              <a:rPr sz="2000" dirty="0"/>
              <a:t> 3x3) para </a:t>
            </a:r>
            <a:r>
              <a:rPr sz="2000" dirty="0" err="1"/>
              <a:t>evitar</a:t>
            </a:r>
            <a:r>
              <a:rPr sz="2000" dirty="0"/>
              <a:t> </a:t>
            </a:r>
            <a:r>
              <a:rPr sz="2000" dirty="0" err="1"/>
              <a:t>solapamientos</a:t>
            </a:r>
            <a:r>
              <a:rPr sz="2000" dirty="0"/>
              <a:t> y </a:t>
            </a:r>
            <a:r>
              <a:rPr sz="2000" dirty="0" err="1"/>
              <a:t>desbordamientos</a:t>
            </a:r>
            <a:r>
              <a:rPr sz="2000" dirty="0"/>
              <a:t>.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rPr sz="2000" dirty="0"/>
              <a:t>  • </a:t>
            </a:r>
            <a:r>
              <a:rPr sz="2000" dirty="0" err="1"/>
              <a:t>disparo_coordenada</a:t>
            </a:r>
            <a:r>
              <a:rPr sz="2000" dirty="0"/>
              <a:t>(): </a:t>
            </a:r>
            <a:r>
              <a:rPr sz="2000" dirty="0" err="1"/>
              <a:t>Evalúa</a:t>
            </a:r>
            <a:r>
              <a:rPr sz="2000" dirty="0"/>
              <a:t> </a:t>
            </a:r>
            <a:r>
              <a:rPr sz="2000" dirty="0" err="1"/>
              <a:t>los</a:t>
            </a:r>
            <a:r>
              <a:rPr sz="2000" dirty="0"/>
              <a:t> </a:t>
            </a:r>
            <a:r>
              <a:rPr sz="2000" dirty="0" err="1"/>
              <a:t>impactos</a:t>
            </a:r>
            <a:r>
              <a:rPr sz="2000" dirty="0"/>
              <a:t> </a:t>
            </a:r>
            <a:r>
              <a:rPr sz="2000" dirty="0" err="1"/>
              <a:t>actualizando</a:t>
            </a:r>
            <a:r>
              <a:rPr sz="2000" dirty="0"/>
              <a:t> las </a:t>
            </a:r>
            <a:r>
              <a:rPr sz="2000" dirty="0" err="1"/>
              <a:t>celdas</a:t>
            </a:r>
            <a:r>
              <a:rPr sz="2000" dirty="0"/>
              <a:t> a </a:t>
            </a:r>
            <a:r>
              <a:rPr sz="2000" dirty="0" err="1"/>
              <a:t>estados</a:t>
            </a:r>
            <a:r>
              <a:rPr sz="2000" dirty="0"/>
              <a:t> (AGUA, TOCADO, HUNDIDO).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3108" y="457201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rPr sz="3200"/>
              <a:t>Diagrama de Flujo Completo del Sistema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585BECC-2D06-6A03-5A31-7381E61E7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48" y="1253301"/>
            <a:ext cx="11692303" cy="51474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381739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B1D3A"/>
                </a:solidFill>
              </a:defRPr>
            </a:pPr>
            <a:r>
              <a:rPr dirty="0" err="1"/>
              <a:t>Robustez</a:t>
            </a:r>
            <a:r>
              <a:rPr dirty="0"/>
              <a:t> y </a:t>
            </a:r>
            <a:r>
              <a:rPr lang="es-ES" dirty="0"/>
              <a:t>Sintaxis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503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000" dirty="0"/>
          </a:p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</a:defRPr>
            </a:pPr>
            <a:r>
              <a:rPr sz="2000" dirty="0"/>
              <a:t>Control de </a:t>
            </a:r>
            <a:r>
              <a:rPr sz="2000" dirty="0" err="1"/>
              <a:t>Excepciones</a:t>
            </a:r>
            <a:r>
              <a:rPr sz="2000" dirty="0"/>
              <a:t> (try-except):</a:t>
            </a:r>
          </a:p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</a:defRPr>
            </a:pPr>
            <a:r>
              <a:rPr sz="2000" dirty="0"/>
              <a:t>  • </a:t>
            </a:r>
            <a:r>
              <a:rPr sz="2000" dirty="0" err="1"/>
              <a:t>Implementado</a:t>
            </a:r>
            <a:r>
              <a:rPr sz="2000" dirty="0"/>
              <a:t> de </a:t>
            </a:r>
            <a:r>
              <a:rPr sz="2000" dirty="0" err="1"/>
              <a:t>manera</a:t>
            </a:r>
            <a:r>
              <a:rPr sz="2000" dirty="0"/>
              <a:t> </a:t>
            </a:r>
            <a:r>
              <a:rPr sz="2000" dirty="0" err="1"/>
              <a:t>rigurosa</a:t>
            </a:r>
            <a:r>
              <a:rPr sz="2000" dirty="0"/>
              <a:t> </a:t>
            </a:r>
            <a:r>
              <a:rPr sz="2000" dirty="0" err="1"/>
              <a:t>en</a:t>
            </a:r>
            <a:r>
              <a:rPr sz="2000" dirty="0"/>
              <a:t> la </a:t>
            </a:r>
            <a:r>
              <a:rPr sz="2000" dirty="0" err="1"/>
              <a:t>captura</a:t>
            </a:r>
            <a:r>
              <a:rPr sz="2000" dirty="0"/>
              <a:t> de </a:t>
            </a:r>
            <a:r>
              <a:rPr sz="2000" dirty="0" err="1"/>
              <a:t>coordenadas</a:t>
            </a:r>
            <a:r>
              <a:rPr sz="2000" dirty="0"/>
              <a:t> y </a:t>
            </a:r>
            <a:r>
              <a:rPr sz="2000" dirty="0" err="1"/>
              <a:t>menús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teclado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</a:defRPr>
            </a:pPr>
            <a:r>
              <a:rPr sz="2000" dirty="0"/>
              <a:t>  • </a:t>
            </a:r>
            <a:r>
              <a:rPr sz="2000" dirty="0" err="1"/>
              <a:t>Garantiza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el </a:t>
            </a:r>
            <a:r>
              <a:rPr sz="2000" dirty="0" err="1"/>
              <a:t>programa</a:t>
            </a:r>
            <a:r>
              <a:rPr sz="2000" dirty="0"/>
              <a:t> sea </a:t>
            </a:r>
            <a:r>
              <a:rPr sz="2000" dirty="0" err="1"/>
              <a:t>tolerante</a:t>
            </a:r>
            <a:r>
              <a:rPr sz="2000" dirty="0"/>
              <a:t> a </a:t>
            </a:r>
            <a:r>
              <a:rPr sz="2000" dirty="0" err="1"/>
              <a:t>fallos</a:t>
            </a:r>
            <a:r>
              <a:rPr sz="2000" dirty="0"/>
              <a:t> y no se </a:t>
            </a:r>
            <a:r>
              <a:rPr sz="2000" dirty="0" err="1"/>
              <a:t>detenga</a:t>
            </a:r>
            <a:r>
              <a:rPr sz="2000" dirty="0"/>
              <a:t> </a:t>
            </a:r>
            <a:r>
              <a:rPr sz="2000" dirty="0" err="1"/>
              <a:t>si</a:t>
            </a:r>
            <a:r>
              <a:rPr sz="2000" dirty="0"/>
              <a:t> se </a:t>
            </a:r>
            <a:r>
              <a:rPr sz="2000" dirty="0" err="1"/>
              <a:t>introducen</a:t>
            </a:r>
            <a:r>
              <a:rPr sz="2000" dirty="0"/>
              <a:t> </a:t>
            </a:r>
            <a:r>
              <a:rPr sz="2000" dirty="0" err="1"/>
              <a:t>letras</a:t>
            </a:r>
            <a:r>
              <a:rPr sz="2000" dirty="0"/>
              <a:t> o </a:t>
            </a:r>
            <a:r>
              <a:rPr sz="2000" dirty="0" err="1"/>
              <a:t>caracteres</a:t>
            </a:r>
            <a:r>
              <a:rPr sz="2000" dirty="0"/>
              <a:t> </a:t>
            </a:r>
            <a:r>
              <a:rPr sz="2000" dirty="0" err="1"/>
              <a:t>inválidos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</a:defRPr>
            </a:pPr>
            <a:r>
              <a:rPr sz="2000" dirty="0" err="1"/>
              <a:t>Estructuras</a:t>
            </a:r>
            <a:r>
              <a:rPr sz="2000" dirty="0"/>
              <a:t> de Control</a:t>
            </a:r>
            <a:r>
              <a:rPr lang="es-ES" sz="2000" dirty="0"/>
              <a:t> (</a:t>
            </a:r>
            <a:r>
              <a:rPr sz="2000" dirty="0"/>
              <a:t>match-case</a:t>
            </a:r>
            <a:r>
              <a:rPr lang="es-ES" sz="2000" dirty="0"/>
              <a:t>)</a:t>
            </a:r>
            <a:r>
              <a:rPr sz="2000" dirty="0"/>
              <a:t>:</a:t>
            </a:r>
          </a:p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</a:defRPr>
            </a:pPr>
            <a:r>
              <a:rPr sz="2000" dirty="0"/>
              <a:t>  • </a:t>
            </a:r>
            <a:r>
              <a:rPr sz="2000" dirty="0" err="1"/>
              <a:t>Reemplazo</a:t>
            </a:r>
            <a:r>
              <a:rPr sz="2000" dirty="0"/>
              <a:t> </a:t>
            </a:r>
            <a:r>
              <a:rPr sz="2000" dirty="0" err="1"/>
              <a:t>eficiente</a:t>
            </a:r>
            <a:r>
              <a:rPr sz="2000" dirty="0"/>
              <a:t> y </a:t>
            </a:r>
            <a:r>
              <a:rPr sz="2000" dirty="0" err="1"/>
              <a:t>limpio</a:t>
            </a:r>
            <a:r>
              <a:rPr sz="2000" dirty="0"/>
              <a:t> de las </a:t>
            </a:r>
            <a:r>
              <a:rPr sz="2000" dirty="0" err="1"/>
              <a:t>extensas</a:t>
            </a:r>
            <a:r>
              <a:rPr sz="2000" dirty="0"/>
              <a:t> </a:t>
            </a:r>
            <a:r>
              <a:rPr sz="2000" dirty="0" err="1"/>
              <a:t>cadenas</a:t>
            </a:r>
            <a:r>
              <a:rPr sz="2000" dirty="0"/>
              <a:t> </a:t>
            </a:r>
            <a:r>
              <a:rPr sz="2000" dirty="0" err="1"/>
              <a:t>tradicionales</a:t>
            </a:r>
            <a:r>
              <a:rPr sz="2000" dirty="0"/>
              <a:t> de if-</a:t>
            </a:r>
            <a:r>
              <a:rPr sz="2000" dirty="0" err="1"/>
              <a:t>elif</a:t>
            </a:r>
            <a:r>
              <a:rPr sz="2000" dirty="0"/>
              <a:t>-else.</a:t>
            </a:r>
          </a:p>
          <a:p>
            <a:pPr>
              <a:spcAft>
                <a:spcPts val="1000"/>
              </a:spcAft>
              <a:defRPr sz="1900">
                <a:solidFill>
                  <a:srgbClr val="212529"/>
                </a:solidFill>
              </a:defRPr>
            </a:pPr>
            <a:r>
              <a:rPr sz="2000" dirty="0"/>
              <a:t>  • </a:t>
            </a:r>
            <a:r>
              <a:rPr sz="2000" dirty="0" err="1"/>
              <a:t>Utilizado</a:t>
            </a:r>
            <a:r>
              <a:rPr sz="2000" dirty="0"/>
              <a:t> </a:t>
            </a:r>
            <a:r>
              <a:rPr sz="2000" dirty="0" err="1"/>
              <a:t>estratégicamente</a:t>
            </a:r>
            <a:r>
              <a:rPr sz="2000" dirty="0"/>
              <a:t> para </a:t>
            </a:r>
            <a:r>
              <a:rPr sz="2000" dirty="0" err="1"/>
              <a:t>gestionar</a:t>
            </a:r>
            <a:r>
              <a:rPr sz="2000" dirty="0"/>
              <a:t> las </a:t>
            </a:r>
            <a:r>
              <a:rPr sz="2000" dirty="0" err="1"/>
              <a:t>opciones</a:t>
            </a:r>
            <a:r>
              <a:rPr sz="2000" dirty="0"/>
              <a:t> del </a:t>
            </a:r>
            <a:r>
              <a:rPr sz="2000" dirty="0" err="1"/>
              <a:t>menú</a:t>
            </a:r>
            <a:r>
              <a:rPr sz="2000" dirty="0"/>
              <a:t> de </a:t>
            </a:r>
            <a:r>
              <a:rPr sz="2000" dirty="0" err="1"/>
              <a:t>inicio</a:t>
            </a:r>
            <a:r>
              <a:rPr sz="2000" dirty="0"/>
              <a:t> y </a:t>
            </a:r>
            <a:r>
              <a:rPr sz="2000" dirty="0" err="1"/>
              <a:t>los</a:t>
            </a:r>
            <a:r>
              <a:rPr sz="2000" dirty="0"/>
              <a:t> </a:t>
            </a:r>
            <a:r>
              <a:rPr sz="2000" dirty="0" err="1"/>
              <a:t>resultados</a:t>
            </a:r>
            <a:r>
              <a:rPr sz="2000" dirty="0"/>
              <a:t> de </a:t>
            </a:r>
            <a:r>
              <a:rPr sz="2000" dirty="0" err="1"/>
              <a:t>cada</a:t>
            </a:r>
            <a:r>
              <a:rPr sz="2000" dirty="0"/>
              <a:t> </a:t>
            </a:r>
            <a:r>
              <a:rPr sz="2000" dirty="0" err="1"/>
              <a:t>impacto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B1D3A"/>
                </a:solidFill>
              </a:defRPr>
            </a:pPr>
            <a:r>
              <a:t>Conclusiones y Demostración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2000">
                <a:solidFill>
                  <a:srgbClr val="212529"/>
                </a:solidFill>
              </a:defRPr>
            </a:pPr>
            <a:r>
              <a:rPr dirty="0"/>
              <a:t>El </a:t>
            </a:r>
            <a:r>
              <a:rPr dirty="0" err="1"/>
              <a:t>proyecto</a:t>
            </a:r>
            <a:r>
              <a:rPr dirty="0"/>
              <a:t> se </a:t>
            </a:r>
            <a:r>
              <a:rPr dirty="0" err="1"/>
              <a:t>ejecuta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consola</a:t>
            </a:r>
            <a:r>
              <a:rPr dirty="0"/>
              <a:t>.</a:t>
            </a:r>
          </a:p>
          <a:p>
            <a:pPr>
              <a:spcAft>
                <a:spcPts val="1400"/>
              </a:spcAft>
              <a:defRPr sz="2000">
                <a:solidFill>
                  <a:srgbClr val="212529"/>
                </a:solidFill>
              </a:defRPr>
            </a:pPr>
            <a:r>
              <a:rPr dirty="0"/>
              <a:t>Sin </a:t>
            </a:r>
            <a:r>
              <a:rPr dirty="0" err="1"/>
              <a:t>Dependencias</a:t>
            </a:r>
            <a:r>
              <a:rPr dirty="0"/>
              <a:t> </a:t>
            </a:r>
            <a:r>
              <a:rPr dirty="0" err="1"/>
              <a:t>Externas</a:t>
            </a:r>
            <a:r>
              <a:rPr dirty="0"/>
              <a:t>: </a:t>
            </a:r>
            <a:r>
              <a:rPr dirty="0" err="1"/>
              <a:t>Hace</a:t>
            </a:r>
            <a:r>
              <a:rPr dirty="0"/>
              <a:t> </a:t>
            </a:r>
            <a:r>
              <a:rPr dirty="0" err="1"/>
              <a:t>uso</a:t>
            </a:r>
            <a:r>
              <a:rPr dirty="0"/>
              <a:t> </a:t>
            </a:r>
            <a:r>
              <a:rPr dirty="0" err="1"/>
              <a:t>exclusivo</a:t>
            </a:r>
            <a:r>
              <a:rPr dirty="0"/>
              <a:t> de </a:t>
            </a:r>
            <a:r>
              <a:rPr dirty="0" err="1"/>
              <a:t>librerías</a:t>
            </a:r>
            <a:r>
              <a:rPr dirty="0"/>
              <a:t> de la </a:t>
            </a:r>
            <a:r>
              <a:rPr dirty="0" err="1"/>
              <a:t>biblioteca</a:t>
            </a:r>
            <a:r>
              <a:rPr dirty="0"/>
              <a:t> </a:t>
            </a:r>
            <a:r>
              <a:rPr dirty="0" err="1"/>
              <a:t>estándar</a:t>
            </a:r>
            <a:r>
              <a:rPr dirty="0"/>
              <a:t> de Python (random, time, </a:t>
            </a:r>
            <a:r>
              <a:rPr dirty="0" err="1"/>
              <a:t>pprint</a:t>
            </a:r>
            <a:r>
              <a:rPr dirty="0"/>
              <a:t>).</a:t>
            </a:r>
          </a:p>
          <a:p>
            <a:pPr>
              <a:spcAft>
                <a:spcPts val="1400"/>
              </a:spcAft>
              <a:defRPr sz="2000">
                <a:solidFill>
                  <a:srgbClr val="212529"/>
                </a:solidFill>
              </a:defRPr>
            </a:pPr>
            <a:r>
              <a:rPr dirty="0"/>
              <a:t>POO </a:t>
            </a:r>
            <a:r>
              <a:rPr dirty="0" err="1"/>
              <a:t>Aplicada</a:t>
            </a:r>
            <a:r>
              <a:rPr dirty="0"/>
              <a:t> </a:t>
            </a:r>
            <a:r>
              <a:rPr dirty="0" err="1"/>
              <a:t>Efectivamente</a:t>
            </a:r>
            <a:r>
              <a:rPr dirty="0"/>
              <a:t>: El </a:t>
            </a:r>
            <a:r>
              <a:rPr dirty="0" err="1"/>
              <a:t>uso</a:t>
            </a:r>
            <a:r>
              <a:rPr dirty="0"/>
              <a:t> de </a:t>
            </a:r>
            <a:r>
              <a:rPr dirty="0" err="1"/>
              <a:t>encapsulamiento</a:t>
            </a:r>
            <a:r>
              <a:rPr dirty="0"/>
              <a:t> y </a:t>
            </a:r>
            <a:r>
              <a:rPr dirty="0" err="1"/>
              <a:t>modularidad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extender el juego </a:t>
            </a:r>
            <a:r>
              <a:rPr dirty="0" err="1"/>
              <a:t>fácilmente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futuro</a:t>
            </a:r>
            <a:r>
              <a:rPr dirty="0"/>
              <a:t> (</a:t>
            </a:r>
            <a:r>
              <a:rPr dirty="0" err="1"/>
              <a:t>ej</a:t>
            </a:r>
            <a:r>
              <a:rPr dirty="0"/>
              <a:t>. </a:t>
            </a:r>
            <a:r>
              <a:rPr dirty="0" err="1"/>
              <a:t>añadir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interfaz</a:t>
            </a:r>
            <a:r>
              <a:rPr dirty="0"/>
              <a:t> </a:t>
            </a:r>
            <a:r>
              <a:rPr dirty="0" err="1"/>
              <a:t>gráfica</a:t>
            </a:r>
            <a:r>
              <a:rPr dirty="0"/>
              <a:t> o juego </a:t>
            </a:r>
            <a:r>
              <a:rPr dirty="0" err="1"/>
              <a:t>multijugador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red).</a:t>
            </a:r>
          </a:p>
          <a:p>
            <a:pPr>
              <a:spcAft>
                <a:spcPts val="1400"/>
              </a:spcAft>
              <a:defRPr sz="2000">
                <a:solidFill>
                  <a:srgbClr val="212529"/>
                </a:solidFill>
              </a:defRPr>
            </a:pPr>
            <a:r>
              <a:rPr dirty="0" err="1"/>
              <a:t>Pasamos</a:t>
            </a:r>
            <a:r>
              <a:rPr dirty="0"/>
              <a:t> a la </a:t>
            </a:r>
            <a:r>
              <a:rPr dirty="0" err="1"/>
              <a:t>demostración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vivo de la </a:t>
            </a:r>
            <a:r>
              <a:rPr dirty="0" err="1"/>
              <a:t>partida</a:t>
            </a:r>
            <a:r>
              <a:rPr dirty="0"/>
              <a:t>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C608B-8FBA-03E9-3F35-5DDE3A13C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2A9C7-E52E-F0B8-4922-D5D1D34C5801}"/>
              </a:ext>
            </a:extLst>
          </p:cNvPr>
          <p:cNvSpPr txBox="1"/>
          <p:nvPr/>
        </p:nvSpPr>
        <p:spPr>
          <a:xfrm>
            <a:off x="914400" y="457200"/>
            <a:ext cx="437453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B1D3A"/>
                </a:solidFill>
              </a:defRPr>
            </a:pPr>
            <a:r>
              <a:rPr lang="es-ES" dirty="0"/>
              <a:t>Lecciones aprendidas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04CEB0-F447-8899-99C3-E8A44FAD44A3}"/>
              </a:ext>
            </a:extLst>
          </p:cNvPr>
          <p:cNvSpPr txBox="1"/>
          <p:nvPr/>
        </p:nvSpPr>
        <p:spPr>
          <a:xfrm>
            <a:off x="914400" y="1645920"/>
            <a:ext cx="1036289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Invierte tiempo en comprender la lógica antes de ponerte a </a:t>
            </a:r>
          </a:p>
          <a:p>
            <a:r>
              <a:rPr lang="es-ES" sz="2000" dirty="0"/>
              <a:t>      escribir código como si no hubiera un mañana…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dirty="0"/>
          </a:p>
          <a:p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KISS (Keep </a:t>
            </a:r>
            <a:r>
              <a:rPr lang="es-ES" sz="2000" dirty="0" err="1"/>
              <a:t>It</a:t>
            </a:r>
            <a:r>
              <a:rPr lang="es-ES" sz="2000" dirty="0"/>
              <a:t> Simple, Stupid!)… desarrolla 1º un Producto Mínimo Viable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dirty="0"/>
          </a:p>
          <a:p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Validación estricta de entradas, control de solapamiento y límites…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dirty="0"/>
          </a:p>
          <a:p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De dónde viene “Python”… :P</a:t>
            </a:r>
            <a:endParaRPr sz="2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5E1BF4B-7BC9-6D1A-E8AF-13E4B8865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3379" y="259736"/>
            <a:ext cx="1593916" cy="159391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8446C5A-CDF4-8E02-409D-013AA6572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379" y="1981305"/>
            <a:ext cx="1593916" cy="119543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B56055C-C496-79E2-9305-EDAAEDBD1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3379" y="3304396"/>
            <a:ext cx="1593916" cy="159391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A1AD007-4CDB-4435-9BD7-0B8E037DB1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3524" y="5025965"/>
            <a:ext cx="2333625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989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548</Words>
  <Application>Microsoft Office PowerPoint</Application>
  <PresentationFormat>Panorámica</PresentationFormat>
  <Paragraphs>55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Laura Martinez Leon</dc:creator>
  <cp:keywords/>
  <dc:description>generated using python-pptx</dc:description>
  <cp:lastModifiedBy>Laura Martinez Leon</cp:lastModifiedBy>
  <cp:revision>3</cp:revision>
  <dcterms:created xsi:type="dcterms:W3CDTF">2013-01-27T09:14:16Z</dcterms:created>
  <dcterms:modified xsi:type="dcterms:W3CDTF">2026-10-21T21:40:26Z</dcterms:modified>
  <cp:category/>
</cp:coreProperties>
</file>